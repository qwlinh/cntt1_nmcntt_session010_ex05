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Montserrat"/>
              </a:rPr>
              <a:t>NETGUARD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300" b="0">
                <a:solidFill>
                  <a:srgbClr val="000000"/>
                </a:solidFill>
                <a:latin typeface="Montserrat"/>
              </a:rPr>
              <a:t>Chiến lược phòng thủ 3 tầng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Montserrat"/>
              </a:rPr>
              <a:t>Họ tên: ...............................   Lớp: .......................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Montserrat"/>
              </a:rPr>
              <a:t>Sơ đồ phòng thủ 3 tầng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43000"/>
            <a:ext cx="8503920" cy="1051560"/>
          </a:xfrm>
          <a:prstGeom prst="rect">
            <a:avLst/>
          </a:prstGeom>
          <a:solidFill>
            <a:srgbClr val="EBF2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/>
            <a:r>
              <a:rPr sz="1800" b="1">
                <a:solidFill>
                  <a:srgbClr val="000000"/>
                </a:solidFill>
                <a:latin typeface="Montserrat"/>
              </a:rPr>
              <a:t>Tầng 1 – Phòng ngừa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Montserrat"/>
              </a:rPr>
              <a:t>Cập nhật phần mềm, dùng mật khẩu an toàn, tránh tệp lạ.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8503920" cy="1051560"/>
          </a:xfrm>
          <a:prstGeom prst="rect">
            <a:avLst/>
          </a:prstGeom>
          <a:solidFill>
            <a:srgbClr val="EBF2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/>
            <a:r>
              <a:rPr sz="1800" b="1">
                <a:solidFill>
                  <a:srgbClr val="000000"/>
                </a:solidFill>
                <a:latin typeface="Montserrat"/>
              </a:rPr>
              <a:t>Tầng 2 – Phát hiện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Montserrat"/>
              </a:rPr>
              <a:t>Theo dõi nhật ký, dùng tường lửa và phần mềm bảo vệ.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43400"/>
            <a:ext cx="8503920" cy="1051560"/>
          </a:xfrm>
          <a:prstGeom prst="rect">
            <a:avLst/>
          </a:prstGeom>
          <a:solidFill>
            <a:srgbClr val="EBF2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/>
            <a:r>
              <a:rPr sz="1800" b="1">
                <a:solidFill>
                  <a:srgbClr val="000000"/>
                </a:solidFill>
                <a:latin typeface="Montserrat"/>
              </a:rPr>
              <a:t>Tầng 3 – Ứng phó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Montserrat"/>
              </a:rPr>
              <a:t>Cô lập máy nghi nhiễm, kiểm tra và khôi phục dữ liệu.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2194560"/>
            <a:ext cx="0" cy="54864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3794760"/>
            <a:ext cx="0" cy="54864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5715000"/>
            <a:ext cx="941832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Montserrat"/>
              </a:rPr>
              <a:t>Cần kiểm tra thêm trước khi kết luận máy bị nhiễm.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Montserrat"/>
              </a:rPr>
              <a:t>Các bước xử lý cảnh báo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325880"/>
            <a:ext cx="96012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  <a:latin typeface="Montserrat"/>
              </a:rPr>
              <a:t>1. Ghi lại cảnh báo trong nhật ký.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  <a:latin typeface="Montserrat"/>
              </a:rPr>
              <a:t>2. Dùng AutoFilter để lọc mức độ.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37560"/>
            <a:ext cx="96012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  <a:latin typeface="Montserrat"/>
              </a:rPr>
              <a:t>3. Dùng VLOOKUP và TRIM để tra cứu.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343400"/>
            <a:ext cx="96012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  <a:latin typeface="Montserrat"/>
              </a:rPr>
              <a:t>4. Kiểm tra thêm rồi mới xử lý.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